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Cenários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2D-4D17-9411-1B67DEF75AD7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2D-4D17-9411-1B67DEF75AD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2D-4D17-9411-1B67DEF75AD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2D-4D17-9411-1B67DEF75AD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Aprovados</c:v>
                </c:pt>
                <c:pt idx="1">
                  <c:v>Parciais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2D-4D17-9411-1B67DEF75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solidFill>
          <a:srgbClr val="1E293B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41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463040"/>
            <a:ext cx="3291840" cy="32918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229600" y="3108960"/>
            <a:ext cx="2560320" cy="25603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4" y="73746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 ·  ADS  ·  TRABALHO INTERDISCIPLINAR: APLICAÇÃO MÓVEL  ·  4º SEMESTRE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Toninho Car </a:t>
            </a:r>
            <a:r>
              <a:rPr lang="en-US" sz="5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mobile de controle de estoque para a mecânica automotiva Toninho Car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Vinicius   ·   Geovane Araujo   ·   Rafael Oliveira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Felipe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 E PROBLEMA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controle de estoque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mecânica Toninho Car não possui um sistema centralizado para controlar peças e produtos. As informações ficam dispersas, dificultando a gestão diária da oficina.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histórico estruturado, surgem falhas operacionais, perda de informação e dificuldade na tomada de decisão.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786384"/>
          </a:xfrm>
          <a:prstGeom prst="roundRect">
            <a:avLst>
              <a:gd name="adj" fmla="val 104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901184" y="1545336"/>
            <a:ext cx="438912" cy="438912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690" y="166384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490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preços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para manter produtos e valores atualizados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2267712"/>
            <a:ext cx="3931920" cy="786384"/>
          </a:xfrm>
          <a:prstGeom prst="roundRect">
            <a:avLst>
              <a:gd name="adj" fmla="val 104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901184" y="2441448"/>
            <a:ext cx="438912" cy="438912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90" y="2559954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2386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e saídas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86400" y="2660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confiável do que entrou e saiu do estoque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3163824"/>
            <a:ext cx="3931920" cy="786384"/>
          </a:xfrm>
          <a:prstGeom prst="roundRect">
            <a:avLst>
              <a:gd name="adj" fmla="val 104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901184" y="3337560"/>
            <a:ext cx="438912" cy="438912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690" y="3456066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282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peças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86400" y="3557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para localizar itens e checar disponibilidade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754880" y="4059936"/>
            <a:ext cx="3931920" cy="786384"/>
          </a:xfrm>
          <a:prstGeom prst="roundRect">
            <a:avLst>
              <a:gd name="adj" fmla="val 104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4901184" y="4233672"/>
            <a:ext cx="438912" cy="438912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90" y="4352178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4178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486400" y="4453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vincular as peças usadas a cada veículo atendido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OBJETIVOS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solução se propõe a entregar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243049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85800" y="14813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7190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aplicativo mobile para gerenciar o estoque de peças e produtos, controlar preços, registrar movimentações e apoiar a rotina administrativa e operacional da mecânica.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261518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2713939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5237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diferenciado para administrador e funcionários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809744" y="261518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99" y="2713939"/>
            <a:ext cx="168250" cy="168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1808" y="25237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edição e exclusão de produtos e preços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24612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603504" y="33924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3491179"/>
            <a:ext cx="168250" cy="168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33009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entradas, saídas e baixas de estoque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324612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809744" y="33924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99" y="3491179"/>
            <a:ext cx="168250" cy="1682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21808" y="33009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 de produtos e quantidades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02336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19"/>
          <p:cNvSpPr/>
          <p:nvPr/>
        </p:nvSpPr>
        <p:spPr>
          <a:xfrm>
            <a:off x="603504" y="416966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268419"/>
            <a:ext cx="168250" cy="1682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15568" y="40782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do carro com os itens utilizados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663440" y="402336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2"/>
          <p:cNvSpPr/>
          <p:nvPr/>
        </p:nvSpPr>
        <p:spPr>
          <a:xfrm>
            <a:off x="4809744" y="416966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99" y="4268419"/>
            <a:ext cx="168250" cy="1682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21808" y="40782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estoque baixo e relatórios gerenciais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PÚBLICO-ALVO E PERSONAS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construímos a solução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05840" y="141732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368296" y="1691640"/>
            <a:ext cx="566928" cy="566928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367" y="1844711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Toninho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2057400" y="27980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1737360" y="2807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71600" y="33101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da mecânica. Cadastra produtos, atualiza preços, acompanha relatórios e mantém todo o estoque sob controle.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846320" y="141732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208776" y="1691640"/>
            <a:ext cx="566928" cy="566928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847" y="184471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5897880" y="27980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5577840" y="2807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212080" y="33101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na operação da oficina. Consulta peças, registra saídas e preenche a ficha do carro com agilidade.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REQUISITOS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Funcionais e não funcionais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074920" cy="329184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499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RF-001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perfil de acesso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1772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21351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RF-002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produtos (CRUD)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617720" y="21351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2441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RF-003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preços dos produtos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1772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368" y="27477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RF-004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 (entrada/saída/baixa)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17720" y="27477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" y="3054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RF-005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produtos e quantidade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177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8368" y="33604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RF-006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ficha do carro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17720" y="33604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" y="36667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RF-007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movimentações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617720" y="3666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8368" y="39730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RF-008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estoque baixo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617720" y="39730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58368" y="4279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RF-009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gerenciais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617720" y="4279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1371600"/>
            <a:ext cx="3017520" cy="329184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870448" y="1499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FUNCIONAIS (RNF)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07024" y="18288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e mobile-first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 e legível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até 3 segundos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controlado por perfil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dos dados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confiável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70448" y="4160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 </a:t>
            </a: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essencial   ·   </a:t>
            </a: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importante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METODOLOGIA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 ao contexto acadêmico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069080" cy="329184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499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DA EQUIPE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1874520"/>
            <a:ext cx="475488" cy="475488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50" y="200290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Vinicius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" y="2715768"/>
            <a:ext cx="475488" cy="475488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0" y="284415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98448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Geovane Araújo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8368" y="3557016"/>
            <a:ext cx="475488" cy="475488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50" y="368539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98448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Marcus, Geovane e Rafael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754880" y="1371600"/>
            <a:ext cx="393192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4956048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120640" y="1783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com o cliente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projeto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incremental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correções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apresentação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54880" y="3493008"/>
            <a:ext cx="3931920" cy="1335024"/>
          </a:xfrm>
          <a:prstGeom prst="roundRect">
            <a:avLst>
              <a:gd name="adj" fmla="val 61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4956048" y="3593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56048" y="3904488"/>
            <a:ext cx="760781" cy="402336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4956048" y="3904488"/>
            <a:ext cx="7607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853989" y="3904488"/>
            <a:ext cx="844906" cy="402336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5853989" y="3904488"/>
            <a:ext cx="8449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836054" y="3904488"/>
            <a:ext cx="1265530" cy="402336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6836054" y="3904488"/>
            <a:ext cx="12655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956048" y="4379976"/>
            <a:ext cx="676656" cy="402336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4956048" y="4379976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769864" y="4379976"/>
            <a:ext cx="844906" cy="402336"/>
          </a:xfrm>
          <a:prstGeom prst="roundRect">
            <a:avLst>
              <a:gd name="adj" fmla="val 2272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8"/>
          <p:cNvSpPr/>
          <p:nvPr/>
        </p:nvSpPr>
        <p:spPr>
          <a:xfrm>
            <a:off x="5769864" y="4379976"/>
            <a:ext cx="8449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PROJETO DE INTERFACE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por abas, separada por perfil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identifica o perfil  →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 para a área correspondente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4069080" cy="2880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212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ABAS — ACESSO COMPLETO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254203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0" y="2630912"/>
            <a:ext cx="151425" cy="1514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295351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80" y="3042392"/>
            <a:ext cx="151425" cy="1514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2935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" y="336499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680" y="3453872"/>
            <a:ext cx="151425" cy="1514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3346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5800" y="377647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680" y="3865352"/>
            <a:ext cx="151425" cy="1514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5568" y="3758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85800" y="418795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680" y="4276832"/>
            <a:ext cx="151425" cy="1514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15568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617720" y="1783080"/>
            <a:ext cx="4069080" cy="2880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18"/>
          <p:cNvSpPr/>
          <p:nvPr/>
        </p:nvSpPr>
        <p:spPr>
          <a:xfrm>
            <a:off x="484632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4846320" y="2212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ABAS — OPERACIONAL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846320" y="254203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5200" y="2630912"/>
            <a:ext cx="151425" cy="1514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76088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846320" y="295351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200" y="3042392"/>
            <a:ext cx="151425" cy="1514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76088" y="2935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(consulta)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846320" y="336499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5200" y="3453872"/>
            <a:ext cx="151425" cy="1514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76088" y="3346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4846320" y="3776472"/>
            <a:ext cx="329184" cy="329184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5200" y="3865352"/>
            <a:ext cx="151425" cy="15142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276088" y="3758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ARQUITETURA DA SOLUÇÃO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· Supabase (BaaS)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417320" y="1536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53" y="168432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1965960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37560" y="14173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8"/>
          <p:cNvSpPr/>
          <p:nvPr/>
        </p:nvSpPr>
        <p:spPr>
          <a:xfrm>
            <a:off x="4297680" y="1536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813" y="1684325"/>
            <a:ext cx="252374" cy="2523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3756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3375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validações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1965960"/>
            <a:ext cx="292608" cy="29260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17920" y="14173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2"/>
          <p:cNvSpPr/>
          <p:nvPr/>
        </p:nvSpPr>
        <p:spPr>
          <a:xfrm>
            <a:off x="7178040" y="1536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173" y="1684325"/>
            <a:ext cx="252374" cy="25237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1792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2179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gerenciado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57200" y="3017520"/>
            <a:ext cx="406908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6"/>
          <p:cNvSpPr/>
          <p:nvPr/>
        </p:nvSpPr>
        <p:spPr>
          <a:xfrm>
            <a:off x="658368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658368" y="3419856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React Native 0.81 + Expo SDK 54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expo-router  ·  React Context API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  ·  Git + GitHub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754880" y="3017520"/>
            <a:ext cx="393192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19"/>
          <p:cNvSpPr/>
          <p:nvPr/>
        </p:nvSpPr>
        <p:spPr>
          <a:xfrm>
            <a:off x="4956048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— 5 TABELAS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956048" y="3456432"/>
            <a:ext cx="805586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4956048" y="3456432"/>
            <a:ext cx="80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907938" y="3456432"/>
            <a:ext cx="805586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3"/>
          <p:cNvSpPr/>
          <p:nvPr/>
        </p:nvSpPr>
        <p:spPr>
          <a:xfrm>
            <a:off x="5907938" y="3456432"/>
            <a:ext cx="80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859829" y="3456432"/>
            <a:ext cx="1185062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5"/>
          <p:cNvSpPr/>
          <p:nvPr/>
        </p:nvSpPr>
        <p:spPr>
          <a:xfrm>
            <a:off x="6859829" y="3456432"/>
            <a:ext cx="11850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MOVIMENTACAO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956048" y="3959352"/>
            <a:ext cx="1109167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7"/>
          <p:cNvSpPr/>
          <p:nvPr/>
        </p:nvSpPr>
        <p:spPr>
          <a:xfrm>
            <a:off x="4956048" y="3959352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FICHA_CARRO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1519" y="3959352"/>
            <a:ext cx="1412748" cy="402336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29"/>
          <p:cNvSpPr/>
          <p:nvPr/>
        </p:nvSpPr>
        <p:spPr>
          <a:xfrm>
            <a:off x="6211519" y="3959352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HISTORICO_PRECO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DEMONSTRAÇÃO DA APLICAÇÃO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telas implementadas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3270" y="1371600"/>
            <a:ext cx="1387145" cy="2788920"/>
          </a:xfrm>
          <a:prstGeom prst="roundRect">
            <a:avLst>
              <a:gd name="adj" fmla="val 9229"/>
            </a:avLst>
          </a:prstGeom>
          <a:solidFill>
            <a:srgbClr val="243049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54710" y="1463040"/>
            <a:ext cx="1204265" cy="2606040"/>
          </a:xfrm>
          <a:prstGeom prst="roundRect">
            <a:avLst>
              <a:gd name="adj" fmla="val 5315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shots/login.jpg"/>
          <p:cNvPicPr>
            <a:picLocks noChangeAspect="1"/>
          </p:cNvPicPr>
          <p:nvPr/>
        </p:nvPicPr>
        <p:blipFill>
          <a:blip r:embed="rId4"/>
          <a:srcRect t="-58200" b="-58200"/>
          <a:stretch/>
        </p:blipFill>
        <p:spPr>
          <a:xfrm>
            <a:off x="654710" y="-1"/>
            <a:ext cx="1204265" cy="55306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3230" y="4270248"/>
            <a:ext cx="2027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perfil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773375" y="1371600"/>
            <a:ext cx="1387145" cy="2788920"/>
          </a:xfrm>
          <a:prstGeom prst="roundRect">
            <a:avLst>
              <a:gd name="adj" fmla="val 9229"/>
            </a:avLst>
          </a:prstGeom>
          <a:solidFill>
            <a:srgbClr val="243049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2864815" y="1463040"/>
            <a:ext cx="1204265" cy="2606040"/>
          </a:xfrm>
          <a:prstGeom prst="roundRect">
            <a:avLst>
              <a:gd name="adj" fmla="val 5315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shots/dash_func.jpg"/>
          <p:cNvPicPr>
            <a:picLocks noChangeAspect="1"/>
          </p:cNvPicPr>
          <p:nvPr/>
        </p:nvPicPr>
        <p:blipFill>
          <a:blip r:embed="rId5"/>
          <a:srcRect t="-58200" b="-58200"/>
          <a:stretch/>
        </p:blipFill>
        <p:spPr>
          <a:xfrm>
            <a:off x="2864815" y="-1"/>
            <a:ext cx="1204265" cy="55306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53335" y="4270248"/>
            <a:ext cx="2027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Funcionário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983480" y="1371600"/>
            <a:ext cx="1387145" cy="2788920"/>
          </a:xfrm>
          <a:prstGeom prst="roundRect">
            <a:avLst>
              <a:gd name="adj" fmla="val 9229"/>
            </a:avLst>
          </a:prstGeom>
          <a:solidFill>
            <a:srgbClr val="243049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5074920" y="1463040"/>
            <a:ext cx="1204265" cy="2606040"/>
          </a:xfrm>
          <a:prstGeom prst="roundRect">
            <a:avLst>
              <a:gd name="adj" fmla="val 5315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shots/dash_admin.jpg"/>
          <p:cNvPicPr>
            <a:picLocks noChangeAspect="1"/>
          </p:cNvPicPr>
          <p:nvPr/>
        </p:nvPicPr>
        <p:blipFill>
          <a:blip r:embed="rId6"/>
          <a:srcRect t="-58200" b="-58200"/>
          <a:stretch/>
        </p:blipFill>
        <p:spPr>
          <a:xfrm>
            <a:off x="5074920" y="0"/>
            <a:ext cx="1204265" cy="55306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4270248"/>
            <a:ext cx="2027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Administrador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193585" y="1371600"/>
            <a:ext cx="1387145" cy="2788920"/>
          </a:xfrm>
          <a:prstGeom prst="roundRect">
            <a:avLst>
              <a:gd name="adj" fmla="val 9229"/>
            </a:avLst>
          </a:prstGeom>
          <a:solidFill>
            <a:srgbClr val="243049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7285025" y="1463040"/>
            <a:ext cx="1204265" cy="2606040"/>
          </a:xfrm>
          <a:prstGeom prst="roundRect">
            <a:avLst>
              <a:gd name="adj" fmla="val 5315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shots/relatorios.jpg"/>
          <p:cNvPicPr>
            <a:picLocks noChangeAspect="1"/>
          </p:cNvPicPr>
          <p:nvPr/>
        </p:nvPicPr>
        <p:blipFill>
          <a:blip r:embed="rId7"/>
          <a:srcRect t="-58200" b="-58200"/>
          <a:stretch/>
        </p:blipFill>
        <p:spPr>
          <a:xfrm>
            <a:off x="7285025" y="-1"/>
            <a:ext cx="1204265" cy="55306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73545" y="4270248"/>
            <a:ext cx="2027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gerenciais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reais do aplicativo Toninho Car Estoque em execução.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TESTES DE SOFTWARE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funcional dos requisitos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938528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1564538"/>
            <a:ext cx="19385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2069287"/>
            <a:ext cx="179222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executados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51176" y="1417320"/>
            <a:ext cx="1938528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551176" y="1564538"/>
            <a:ext cx="19385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24328" y="2069287"/>
            <a:ext cx="179222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45152" y="1417320"/>
            <a:ext cx="1938528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645152" y="1564538"/>
            <a:ext cx="19385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18304" y="2069287"/>
            <a:ext cx="179222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parciais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39128" y="1417320"/>
            <a:ext cx="1947672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739128" y="1564538"/>
            <a:ext cx="1947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812280" y="2069287"/>
            <a:ext cx="1801368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58368" y="2816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dos cenários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063240"/>
          <a:ext cx="35661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4389120" y="2697480"/>
            <a:ext cx="429768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590288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dos testes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608576" y="32186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18" y="3302630"/>
            <a:ext cx="143012" cy="1430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1821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fluxos principais aprovados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08576" y="36758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18" y="3759830"/>
            <a:ext cx="143012" cy="1430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0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 com estoque consistente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08576" y="41330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18" y="4217030"/>
            <a:ext cx="143012" cy="1430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0" y="40965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 validado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TESTES DE USABILIDADE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 usuários reais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155813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2040941"/>
            <a:ext cx="24597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4173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268980" y="155813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342132" y="2040941"/>
            <a:ext cx="24597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avaliadas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80760" y="14173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080760" y="155813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153912" y="2040941"/>
            <a:ext cx="24597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concluídas / parcial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40690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58368" y="2715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8368" y="301752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administradores e 2 funcionários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TU-01 a TU-09 (login, dashboard, produtos, movimentação, fichas)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sucesso, tempo, erros, ajuda e satisfação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avaliada como simples e organizada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54880" y="2606040"/>
            <a:ext cx="393192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956048" y="2715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956048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concluídas com facilidade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considerada simples e organizada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aceitação pelos dois perfis de usuário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pequenos ajustes visuais sugeridos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542056"/>
            <a:ext cx="269199" cy="269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CONCLUSÃO E PRÓXIMOS PASSOS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evolução prevista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69080" cy="3246120"/>
          </a:xfrm>
          <a:prstGeom prst="roundRect">
            <a:avLst>
              <a:gd name="adj" fmla="val 2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58368" y="15727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1696212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5296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ALCANÇADOS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13232" y="22860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requisitos funcionais implementados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funcional sólida e consistente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 funcionando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aceitação nos testes de usabilidade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754880" y="141732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956048" y="15727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492" y="1696212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22976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10912" y="22860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continuidade ao desenvolvimento do projeto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melhorias contínuas na aplicação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a solução conforme o uso real na oficina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478949" y="301752"/>
            <a:ext cx="2186102" cy="4535424"/>
          </a:xfrm>
          <a:prstGeom prst="roundRect">
            <a:avLst>
              <a:gd name="adj" fmla="val 6692"/>
            </a:avLst>
          </a:prstGeom>
          <a:solidFill>
            <a:srgbClr val="243049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-1371600" y="3383280"/>
            <a:ext cx="3108960" cy="310896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680960" y="-1371600"/>
            <a:ext cx="2926080" cy="2926080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 SOLUÇÃO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029968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a solução em funcionamento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828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15000" y="2514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Toninho Car Estoque</a:t>
            </a:r>
            <a:endParaRPr lang="en-US" sz="13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Vinicius</a:t>
            </a:r>
            <a:endParaRPr lang="en-US" sz="13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Geovane Araujo</a:t>
            </a:r>
            <a:endParaRPr lang="en-US" sz="13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Oliveira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784</Words>
  <Application>Microsoft Office PowerPoint</Application>
  <PresentationFormat>Apresentação na tela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Toninho Car Estoque — Apresentação</dc:title>
  <dc:subject>PptxGenJS Presentation</dc:subject>
  <dc:creator>Equipe Toninho Car Estoque</dc:creator>
  <cp:lastModifiedBy>Rafael Moreira</cp:lastModifiedBy>
  <cp:revision>3</cp:revision>
  <dcterms:created xsi:type="dcterms:W3CDTF">2026-06-25T20:51:10Z</dcterms:created>
  <dcterms:modified xsi:type="dcterms:W3CDTF">2026-06-25T21:28:00Z</dcterms:modified>
</cp:coreProperties>
</file>